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7F66C2-1D1C-4237-B0E0-D41A23E16B98}" v="4" dt="2026-07-18T18:10:03.9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sner, Jeff" userId="03cd2d55-ec98-46a5-894b-dc5c67f932ae" providerId="ADAL" clId="{521D0ED9-8337-4DC3-B91E-E43111790827}"/>
    <pc:docChg chg="custSel addSld delSld modSld">
      <pc:chgData name="Wesner, Jeff" userId="03cd2d55-ec98-46a5-894b-dc5c67f932ae" providerId="ADAL" clId="{521D0ED9-8337-4DC3-B91E-E43111790827}" dt="2026-07-18T18:10:03.975" v="1036" actId="164"/>
      <pc:docMkLst>
        <pc:docMk/>
      </pc:docMkLst>
      <pc:sldChg chg="addSp delSp modSp add mod">
        <pc:chgData name="Wesner, Jeff" userId="03cd2d55-ec98-46a5-894b-dc5c67f932ae" providerId="ADAL" clId="{521D0ED9-8337-4DC3-B91E-E43111790827}" dt="2026-07-18T18:10:03.975" v="1036" actId="164"/>
        <pc:sldMkLst>
          <pc:docMk/>
          <pc:sldMk cId="755137502" sldId="257"/>
        </pc:sldMkLst>
        <pc:spChg chg="mod">
          <ac:chgData name="Wesner, Jeff" userId="03cd2d55-ec98-46a5-894b-dc5c67f932ae" providerId="ADAL" clId="{521D0ED9-8337-4DC3-B91E-E43111790827}" dt="2026-07-18T18:08:42.974" v="1028" actId="1037"/>
          <ac:spMkLst>
            <pc:docMk/>
            <pc:sldMk cId="755137502" sldId="257"/>
            <ac:spMk id="6" creationId="{23E8649C-2F78-3B8C-A69C-BB67D8CAC5BA}"/>
          </ac:spMkLst>
        </pc:spChg>
        <pc:spChg chg="mod">
          <ac:chgData name="Wesner, Jeff" userId="03cd2d55-ec98-46a5-894b-dc5c67f932ae" providerId="ADAL" clId="{521D0ED9-8337-4DC3-B91E-E43111790827}" dt="2026-07-18T18:08:49.692" v="1035" actId="1038"/>
          <ac:spMkLst>
            <pc:docMk/>
            <pc:sldMk cId="755137502" sldId="257"/>
            <ac:spMk id="7" creationId="{19C49AB7-CF63-397E-1E12-E436DE62F24E}"/>
          </ac:spMkLst>
        </pc:spChg>
        <pc:spChg chg="mod">
          <ac:chgData name="Wesner, Jeff" userId="03cd2d55-ec98-46a5-894b-dc5c67f932ae" providerId="ADAL" clId="{521D0ED9-8337-4DC3-B91E-E43111790827}" dt="2026-07-18T18:07:55.267" v="1016" actId="165"/>
          <ac:spMkLst>
            <pc:docMk/>
            <pc:sldMk cId="755137502" sldId="257"/>
            <ac:spMk id="12" creationId="{EC82CEC9-279E-B086-E0AB-8C2CCF604F8C}"/>
          </ac:spMkLst>
        </pc:spChg>
        <pc:spChg chg="mod">
          <ac:chgData name="Wesner, Jeff" userId="03cd2d55-ec98-46a5-894b-dc5c67f932ae" providerId="ADAL" clId="{521D0ED9-8337-4DC3-B91E-E43111790827}" dt="2026-07-18T18:07:55.267" v="1016" actId="165"/>
          <ac:spMkLst>
            <pc:docMk/>
            <pc:sldMk cId="755137502" sldId="257"/>
            <ac:spMk id="13" creationId="{94E64A24-E53B-AEC2-5B5D-94C49426E75A}"/>
          </ac:spMkLst>
        </pc:spChg>
        <pc:spChg chg="mod">
          <ac:chgData name="Wesner, Jeff" userId="03cd2d55-ec98-46a5-894b-dc5c67f932ae" providerId="ADAL" clId="{521D0ED9-8337-4DC3-B91E-E43111790827}" dt="2026-07-18T18:07:55.267" v="1016" actId="165"/>
          <ac:spMkLst>
            <pc:docMk/>
            <pc:sldMk cId="755137502" sldId="257"/>
            <ac:spMk id="14" creationId="{C2E5935D-F866-E0EE-D63D-DA04E8A08941}"/>
          </ac:spMkLst>
        </pc:spChg>
        <pc:grpChg chg="mod">
          <ac:chgData name="Wesner, Jeff" userId="03cd2d55-ec98-46a5-894b-dc5c67f932ae" providerId="ADAL" clId="{521D0ED9-8337-4DC3-B91E-E43111790827}" dt="2026-07-18T18:10:03.975" v="1036" actId="164"/>
          <ac:grpSpMkLst>
            <pc:docMk/>
            <pc:sldMk cId="755137502" sldId="257"/>
            <ac:grpSpMk id="4" creationId="{45A73035-30BC-76E2-8A8C-E8B626B01053}"/>
          </ac:grpSpMkLst>
        </pc:grpChg>
        <pc:grpChg chg="add del mod">
          <ac:chgData name="Wesner, Jeff" userId="03cd2d55-ec98-46a5-894b-dc5c67f932ae" providerId="ADAL" clId="{521D0ED9-8337-4DC3-B91E-E43111790827}" dt="2026-07-18T18:07:55.267" v="1016" actId="165"/>
          <ac:grpSpMkLst>
            <pc:docMk/>
            <pc:sldMk cId="755137502" sldId="257"/>
            <ac:grpSpMk id="5" creationId="{11AD9B9E-FC35-6E32-CCB3-FD7D9F2FC620}"/>
          </ac:grpSpMkLst>
        </pc:grpChg>
        <pc:grpChg chg="add mod">
          <ac:chgData name="Wesner, Jeff" userId="03cd2d55-ec98-46a5-894b-dc5c67f932ae" providerId="ADAL" clId="{521D0ED9-8337-4DC3-B91E-E43111790827}" dt="2026-07-18T18:10:03.975" v="1036" actId="164"/>
          <ac:grpSpMkLst>
            <pc:docMk/>
            <pc:sldMk cId="755137502" sldId="257"/>
            <ac:grpSpMk id="10" creationId="{D230FFDE-696F-79EC-4A57-949419D79107}"/>
          </ac:grpSpMkLst>
        </pc:grpChg>
        <pc:picChg chg="add del mod ord topLvl">
          <ac:chgData name="Wesner, Jeff" userId="03cd2d55-ec98-46a5-894b-dc5c67f932ae" providerId="ADAL" clId="{521D0ED9-8337-4DC3-B91E-E43111790827}" dt="2026-07-18T18:07:57.168" v="1017" actId="478"/>
          <ac:picMkLst>
            <pc:docMk/>
            <pc:sldMk cId="755137502" sldId="257"/>
            <ac:picMk id="3" creationId="{13A9A2A2-4D5F-D98B-6400-46E3B956A28C}"/>
          </ac:picMkLst>
        </pc:picChg>
        <pc:picChg chg="add mod">
          <ac:chgData name="Wesner, Jeff" userId="03cd2d55-ec98-46a5-894b-dc5c67f932ae" providerId="ADAL" clId="{521D0ED9-8337-4DC3-B91E-E43111790827}" dt="2026-07-18T18:10:03.975" v="1036" actId="164"/>
          <ac:picMkLst>
            <pc:docMk/>
            <pc:sldMk cId="755137502" sldId="257"/>
            <ac:picMk id="8" creationId="{D2D85E8D-D73A-C837-9F3B-27F60FEF2CD8}"/>
          </ac:picMkLst>
        </pc:picChg>
        <pc:picChg chg="mod">
          <ac:chgData name="Wesner, Jeff" userId="03cd2d55-ec98-46a5-894b-dc5c67f932ae" providerId="ADAL" clId="{521D0ED9-8337-4DC3-B91E-E43111790827}" dt="2026-07-18T18:07:55.267" v="1016" actId="165"/>
          <ac:picMkLst>
            <pc:docMk/>
            <pc:sldMk cId="755137502" sldId="257"/>
            <ac:picMk id="1026" creationId="{6B26098D-14C2-DD0E-55F2-F2BB43749787}"/>
          </ac:picMkLst>
        </pc:picChg>
        <pc:picChg chg="mod">
          <ac:chgData name="Wesner, Jeff" userId="03cd2d55-ec98-46a5-894b-dc5c67f932ae" providerId="ADAL" clId="{521D0ED9-8337-4DC3-B91E-E43111790827}" dt="2026-07-18T18:07:55.267" v="1016" actId="165"/>
          <ac:picMkLst>
            <pc:docMk/>
            <pc:sldMk cId="755137502" sldId="257"/>
            <ac:picMk id="1028" creationId="{8FFCC8F5-819C-4567-4522-E1B1E14A2DA2}"/>
          </ac:picMkLst>
        </pc:picChg>
        <pc:picChg chg="mod">
          <ac:chgData name="Wesner, Jeff" userId="03cd2d55-ec98-46a5-894b-dc5c67f932ae" providerId="ADAL" clId="{521D0ED9-8337-4DC3-B91E-E43111790827}" dt="2026-07-18T18:07:55.267" v="1016" actId="165"/>
          <ac:picMkLst>
            <pc:docMk/>
            <pc:sldMk cId="755137502" sldId="257"/>
            <ac:picMk id="1030" creationId="{46D0AA22-B55A-97DC-7F86-7E3CE0FDFF09}"/>
          </ac:picMkLst>
        </pc:picChg>
        <pc:cxnChg chg="mod">
          <ac:chgData name="Wesner, Jeff" userId="03cd2d55-ec98-46a5-894b-dc5c67f932ae" providerId="ADAL" clId="{521D0ED9-8337-4DC3-B91E-E43111790827}" dt="2026-07-18T18:08:47.108" v="1033" actId="1037"/>
          <ac:cxnSpMkLst>
            <pc:docMk/>
            <pc:sldMk cId="755137502" sldId="257"/>
            <ac:cxnSpMk id="9" creationId="{F0D5B8D3-7B65-F48D-D696-C4CE3A0C65D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DC26-9318-5E0E-9C37-6304FB1D28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12D702-9CF5-BE78-A0B3-D945DC4C2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FFC0E-052F-69E6-D51B-0151BBD11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BB7C-C341-445E-A771-0D01DC787310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093F3-5077-276F-3A61-1B854096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6EFC8-225C-466E-582E-C8E7BDD1D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45566-83F1-4B36-9D8C-FB401E17F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18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F75EE-836E-12CE-B338-BDF03327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CA2C0-906F-7F82-BE70-C41E79CAF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26377-F4D4-7BF9-211A-EC76BB403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BB7C-C341-445E-A771-0D01DC787310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178B2-847D-D7AC-F078-05BB80879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4F7E8-7455-07E7-C1FF-86AECC29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45566-83F1-4B36-9D8C-FB401E17F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52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3EEB4-2DAA-19CB-6691-201C7FD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988EA-2891-50D9-970E-ED53652A6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9A86E-42AA-7FFC-8D53-90B950B02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BB7C-C341-445E-A771-0D01DC787310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4E3CC-9C6D-E6C4-6A19-A063B976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71596-132E-4346-962D-97098F34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45566-83F1-4B36-9D8C-FB401E17F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09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99908-DAA6-78A5-B015-C743C5A08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2795A-991D-6F28-2C43-A7F8CF0282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49B29-5DA7-CA4E-A2FA-AA24D126F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6BBBF-7012-068B-00AA-9AA41C564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BB7C-C341-445E-A771-0D01DC787310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CA7BA3-3B11-547E-A1BD-2E3CAF647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78217-4975-9D74-5580-10FA05256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45566-83F1-4B36-9D8C-FB401E17F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01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4990C-D46F-5656-74FA-17A34A00B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369D5-ABEC-BE00-2049-D2E275F56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6CAAAE-1F54-FA90-ADEE-DE4C937148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E89539-59D6-5B6D-409D-35F8F188C1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00D17B-DCA5-FFBE-4014-6D3E2E8F7A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A146EE-E34B-ABD4-1922-A7874CB41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BB7C-C341-445E-A771-0D01DC787310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568B43-7216-FEA4-873A-C0C63C93A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CF15E7-A26E-B070-B063-81F47FEBF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45566-83F1-4B36-9D8C-FB401E17F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442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F39AF-9E1E-2AF2-21D2-8ECA7397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D55788-F024-BFD8-E92A-C1365B39D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BB7C-C341-445E-A771-0D01DC787310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BF0DB-9DC6-15EA-61F4-12A6C73F0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5F5725-1AAA-17B2-6F76-10541D59D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45566-83F1-4B36-9D8C-FB401E17F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066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D0548D-397E-B1C0-737F-2E6463E68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BB7C-C341-445E-A771-0D01DC787310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8E1FD1-C3E8-B470-B0F6-401CB9079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7DF2E-26A2-A3BE-D16F-A12A2CFF5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45566-83F1-4B36-9D8C-FB401E17F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44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D5F1B-85EE-7173-44DC-182464E49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D3FFC-0870-FDBF-7BD1-44F6FB8D4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D9234F-D340-CF8D-2B32-4B43CB901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CFDE89-35E6-7201-E541-683FF4510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BB7C-C341-445E-A771-0D01DC787310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27D26-7D8C-3780-971C-AC7097E84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22659F-0088-1CBD-50C6-EC399C52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45566-83F1-4B36-9D8C-FB401E17F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457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776A6-59AF-DD0C-202E-68944DDC2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8FFCCB-D9F9-9281-B872-D19FAB535F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8E38E1-326F-A5AC-07C2-961F4D960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2DD1AB-6BD2-D710-4775-FB596A44B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BB7C-C341-445E-A771-0D01DC787310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69EE7-6273-D666-89DA-E14F2FD98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6E91DD-7304-C718-1973-A46721464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45566-83F1-4B36-9D8C-FB401E17F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468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CEB21-BE66-6433-FAC1-711651968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279A2D-9893-C30A-F991-D037392E6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10360-50D5-6B77-17F4-FF1DD44D8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BB7C-C341-445E-A771-0D01DC787310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214B7-77B2-5595-3BB7-D1DEC5771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A01A6-EE67-CB2E-7125-98218795E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45566-83F1-4B36-9D8C-FB401E17F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9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BB8F28-2CB2-A00B-FF4A-922C7CBE74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548017-FD89-A45E-19BE-343C9717C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52547-CF83-971F-CEB1-6040134F8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BB7C-C341-445E-A771-0D01DC787310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37449-5BCE-1CEA-5031-3BD6C1C9B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01050-7994-A87F-0697-6ED605404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45566-83F1-4B36-9D8C-FB401E17F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228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68E541-B917-4E87-C412-1D4A44F19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B293F-AA12-6F00-260D-67ED44953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A0EFF-47FB-CCE9-BAA6-1833819C5B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3BBB7C-C341-445E-A771-0D01DC787310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57B88-C252-A6AA-0339-164BBD2298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34387-530D-36AB-CF09-004E972E1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545566-83F1-4B36-9D8C-FB401E17F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651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17E00-8186-2B33-B639-E834DECA5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EBD249D-1173-2CFE-80EA-EE01B93BD1BF}"/>
              </a:ext>
            </a:extLst>
          </p:cNvPr>
          <p:cNvSpPr txBox="1"/>
          <p:nvPr/>
        </p:nvSpPr>
        <p:spPr>
          <a:xfrm>
            <a:off x="9123708" y="3273695"/>
            <a:ext cx="3196423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Figure X</a:t>
            </a:r>
            <a:r>
              <a:rPr lang="en-US" sz="900" dirty="0"/>
              <a:t>. Posterior distribution of phosphorous flux from emerging aquatic insects in freshwater rivers compared to anadromous fish and seabirds. The gray density represents the posterior distribution of insect-mediated phosphorous (P) flux. The dot and horizontal error bars show the median with 66% and 95% credible intervals. The vertical solid line also shows the median P flux by emerging aquatic insects. The dashed and dotted lines show fluxes estimated from Doughty et al. (2016) of P from oceans to rivers by anadromous salmon or from oceans to land by seabirds via guano deposition.   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30FFDE-696F-79EC-4A57-949419D79107}"/>
              </a:ext>
            </a:extLst>
          </p:cNvPr>
          <p:cNvGrpSpPr/>
          <p:nvPr/>
        </p:nvGrpSpPr>
        <p:grpSpPr>
          <a:xfrm>
            <a:off x="1655805" y="816708"/>
            <a:ext cx="6038690" cy="5932140"/>
            <a:chOff x="1655805" y="816708"/>
            <a:chExt cx="6038690" cy="593214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5A73035-30BC-76E2-8A8C-E8B626B01053}"/>
                </a:ext>
              </a:extLst>
            </p:cNvPr>
            <p:cNvGrpSpPr/>
            <p:nvPr/>
          </p:nvGrpSpPr>
          <p:grpSpPr>
            <a:xfrm>
              <a:off x="2385473" y="816708"/>
              <a:ext cx="5309022" cy="1783093"/>
              <a:chOff x="3347498" y="816708"/>
              <a:chExt cx="5309022" cy="1783093"/>
            </a:xfrm>
          </p:grpSpPr>
          <p:pic>
            <p:nvPicPr>
              <p:cNvPr id="1026" name="Picture 2" descr="Oncorhynchus nerka">
                <a:extLst>
                  <a:ext uri="{FF2B5EF4-FFF2-40B4-BE49-F238E27FC236}">
                    <a16:creationId xmlns:a16="http://schemas.microsoft.com/office/drawing/2014/main" id="{6B26098D-14C2-DD0E-55F2-F2BB437497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359661">
                <a:off x="3513053" y="1458915"/>
                <a:ext cx="1109693" cy="4378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8" name="Picture 4" descr="Laridae">
                <a:extLst>
                  <a:ext uri="{FF2B5EF4-FFF2-40B4-BE49-F238E27FC236}">
                    <a16:creationId xmlns:a16="http://schemas.microsoft.com/office/drawing/2014/main" id="{8FFCC8F5-819C-4567-4522-E1B1E14A2D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45932" y="928617"/>
                <a:ext cx="678539" cy="4735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0" name="Picture 6" descr="Baetis rhodani">
                <a:extLst>
                  <a:ext uri="{FF2B5EF4-FFF2-40B4-BE49-F238E27FC236}">
                    <a16:creationId xmlns:a16="http://schemas.microsoft.com/office/drawing/2014/main" id="{46D0AA22-B55A-97DC-7F86-7E3CE0FDFF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08667" y="1376664"/>
                <a:ext cx="881524" cy="39714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Arc 5">
                <a:extLst>
                  <a:ext uri="{FF2B5EF4-FFF2-40B4-BE49-F238E27FC236}">
                    <a16:creationId xmlns:a16="http://schemas.microsoft.com/office/drawing/2014/main" id="{23E8649C-2F78-3B8C-A69C-BB67D8CAC5BA}"/>
                  </a:ext>
                </a:extLst>
              </p:cNvPr>
              <p:cNvSpPr/>
              <p:nvPr/>
            </p:nvSpPr>
            <p:spPr>
              <a:xfrm>
                <a:off x="4217498" y="1740259"/>
                <a:ext cx="1139507" cy="551301"/>
              </a:xfrm>
              <a:prstGeom prst="arc">
                <a:avLst/>
              </a:prstGeom>
              <a:ln>
                <a:solidFill>
                  <a:schemeClr val="bg2">
                    <a:lumMod val="7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Arc 6">
                <a:extLst>
                  <a:ext uri="{FF2B5EF4-FFF2-40B4-BE49-F238E27FC236}">
                    <a16:creationId xmlns:a16="http://schemas.microsoft.com/office/drawing/2014/main" id="{19C49AB7-CF63-397E-1E12-E436DE62F24E}"/>
                  </a:ext>
                </a:extLst>
              </p:cNvPr>
              <p:cNvSpPr/>
              <p:nvPr/>
            </p:nvSpPr>
            <p:spPr>
              <a:xfrm flipH="1">
                <a:off x="5908180" y="1677819"/>
                <a:ext cx="1995907" cy="646331"/>
              </a:xfrm>
              <a:prstGeom prst="arc">
                <a:avLst/>
              </a:prstGeom>
              <a:ln>
                <a:solidFill>
                  <a:schemeClr val="bg2">
                    <a:lumMod val="7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F0D5B8D3-7B65-F48D-D696-C4CE3A0C65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516772" y="1470991"/>
                <a:ext cx="166977" cy="551301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82CEC9-279E-B086-E0AB-8C2CCF604F8C}"/>
                  </a:ext>
                </a:extLst>
              </p:cNvPr>
              <p:cNvSpPr txBox="1"/>
              <p:nvPr/>
            </p:nvSpPr>
            <p:spPr>
              <a:xfrm>
                <a:off x="3347498" y="1953470"/>
                <a:ext cx="14690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/>
                  <a:t>Global export from oceans to rivers by anadromous fish (5,600 t y</a:t>
                </a:r>
                <a:r>
                  <a:rPr lang="en-US" sz="900" baseline="30000" dirty="0"/>
                  <a:t>-1</a:t>
                </a:r>
                <a:r>
                  <a:rPr lang="en-US" sz="900" dirty="0"/>
                  <a:t>) (Doughty et al. 2016)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4E64A24-E53B-AEC2-5B5D-94C49426E75A}"/>
                  </a:ext>
                </a:extLst>
              </p:cNvPr>
              <p:cNvSpPr txBox="1"/>
              <p:nvPr/>
            </p:nvSpPr>
            <p:spPr>
              <a:xfrm>
                <a:off x="5859536" y="816708"/>
                <a:ext cx="131581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/>
                  <a:t>Global export from oceans to land by seabirds (6,300 t y</a:t>
                </a:r>
                <a:r>
                  <a:rPr lang="en-US" sz="900" baseline="30000" dirty="0"/>
                  <a:t>-1</a:t>
                </a:r>
                <a:r>
                  <a:rPr lang="en-US" sz="900" dirty="0"/>
                  <a:t>) (Doughty et al. 2016)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2E5935D-F866-E0EE-D63D-DA04E8A08941}"/>
                  </a:ext>
                </a:extLst>
              </p:cNvPr>
              <p:cNvSpPr txBox="1"/>
              <p:nvPr/>
            </p:nvSpPr>
            <p:spPr>
              <a:xfrm>
                <a:off x="7269790" y="1797569"/>
                <a:ext cx="1386730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/>
                  <a:t>Global export from rivers to land by emerging aquatic insects (7,000 t y</a:t>
                </a:r>
                <a:r>
                  <a:rPr lang="en-US" sz="900" baseline="30000" dirty="0"/>
                  <a:t>-1</a:t>
                </a:r>
                <a:r>
                  <a:rPr lang="en-US" sz="900" dirty="0"/>
                  <a:t>) (</a:t>
                </a:r>
                <a:r>
                  <a:rPr lang="en-US" sz="900" i="1" dirty="0"/>
                  <a:t>current study</a:t>
                </a:r>
                <a:r>
                  <a:rPr lang="en-US" sz="900" dirty="0"/>
                  <a:t>)</a:t>
                </a:r>
              </a:p>
            </p:txBody>
          </p:sp>
        </p:grp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2D85E8D-D73A-C837-9F3B-27F60FEF2C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55805" y="1262448"/>
              <a:ext cx="5486400" cy="5486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5137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166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The University of South Dakota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Wesner, Jeff</dc:creator>
  <cp:lastModifiedBy>Wesner, Jeff</cp:lastModifiedBy>
  <cp:revision>3</cp:revision>
  <dcterms:created xsi:type="dcterms:W3CDTF">2025-09-04T20:19:42Z</dcterms:created>
  <dcterms:modified xsi:type="dcterms:W3CDTF">2026-07-18T18:10:16Z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cb311d3-aea9-4488-bc88-99739ecc7603_Enabled">
    <vt:lpwstr>true</vt:lpwstr>
  </property>
  <property fmtid="{D5CDD505-2E9C-101B-9397-08002B2CF9AE}" pid="3" name="MSIP_Label_8cb311d3-aea9-4488-bc88-99739ecc7603_SetDate">
    <vt:lpwstr>2025-09-04T21:01:06Z</vt:lpwstr>
  </property>
  <property fmtid="{D5CDD505-2E9C-101B-9397-08002B2CF9AE}" pid="4" name="MSIP_Label_8cb311d3-aea9-4488-bc88-99739ecc7603_Method">
    <vt:lpwstr>Standard</vt:lpwstr>
  </property>
  <property fmtid="{D5CDD505-2E9C-101B-9397-08002B2CF9AE}" pid="5" name="MSIP_Label_8cb311d3-aea9-4488-bc88-99739ecc7603_Name">
    <vt:lpwstr>Internal - University</vt:lpwstr>
  </property>
  <property fmtid="{D5CDD505-2E9C-101B-9397-08002B2CF9AE}" pid="6" name="MSIP_Label_8cb311d3-aea9-4488-bc88-99739ecc7603_SiteId">
    <vt:lpwstr>9c36a7d0-bf7b-4991-9b78-be91a52f0226</vt:lpwstr>
  </property>
  <property fmtid="{D5CDD505-2E9C-101B-9397-08002B2CF9AE}" pid="7" name="MSIP_Label_8cb311d3-aea9-4488-bc88-99739ecc7603_ActionId">
    <vt:lpwstr>de975672-702f-4cb5-81ee-dd12677dbf63</vt:lpwstr>
  </property>
  <property fmtid="{D5CDD505-2E9C-101B-9397-08002B2CF9AE}" pid="8" name="MSIP_Label_8cb311d3-aea9-4488-bc88-99739ecc7603_ContentBits">
    <vt:lpwstr>0</vt:lpwstr>
  </property>
  <property fmtid="{D5CDD505-2E9C-101B-9397-08002B2CF9AE}" pid="9" name="MSIP_Label_8cb311d3-aea9-4488-bc88-99739ecc7603_Tag">
    <vt:lpwstr>10, 3, 0, 1</vt:lpwstr>
  </property>
</Properties>
</file>